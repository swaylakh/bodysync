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yam Lakhotia" userId="d2c17288f4033c31" providerId="LiveId" clId="{A25569C3-E12B-44C4-9154-3D012E7CB788}"/>
    <pc:docChg chg="custSel modSld">
      <pc:chgData name="Swayam Lakhotia" userId="d2c17288f4033c31" providerId="LiveId" clId="{A25569C3-E12B-44C4-9154-3D012E7CB788}" dt="2026-09-17T17:30:34.595" v="1" actId="478"/>
      <pc:docMkLst>
        <pc:docMk/>
      </pc:docMkLst>
      <pc:sldChg chg="delSp modSp mod">
        <pc:chgData name="Swayam Lakhotia" userId="d2c17288f4033c31" providerId="LiveId" clId="{A25569C3-E12B-44C4-9154-3D012E7CB788}" dt="2026-09-17T17:30:34.595" v="1" actId="478"/>
        <pc:sldMkLst>
          <pc:docMk/>
          <pc:sldMk cId="0" sldId="263"/>
        </pc:sldMkLst>
        <pc:spChg chg="del mod">
          <ac:chgData name="Swayam Lakhotia" userId="d2c17288f4033c31" providerId="LiveId" clId="{A25569C3-E12B-44C4-9154-3D012E7CB788}" dt="2026-09-17T17:30:34.595" v="1" actId="478"/>
          <ac:spMkLst>
            <pc:docMk/>
            <pc:sldMk cId="0" sldId="263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468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BodySync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When Your Body's Systems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Out of Alignment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Empatica Embrace Plus Wearable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 ZU-PWD '25 Dataset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0" y="4320540"/>
            <a:ext cx="228600" cy="548640"/>
          </a:xfrm>
          <a:prstGeom prst="rect">
            <a:avLst/>
          </a:prstGeom>
          <a:solidFill>
            <a:srgbClr val="00BFA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37960" y="4046220"/>
            <a:ext cx="228600" cy="822960"/>
          </a:xfrm>
          <a:prstGeom prst="rect">
            <a:avLst/>
          </a:prstGeom>
          <a:solidFill>
            <a:srgbClr val="5EECC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3771900"/>
            <a:ext cx="228600" cy="1097280"/>
          </a:xfrm>
          <a:prstGeom prst="rect">
            <a:avLst/>
          </a:prstGeom>
          <a:solidFill>
            <a:srgbClr val="00BFA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78040" y="3497580"/>
            <a:ext cx="228600" cy="1371600"/>
          </a:xfrm>
          <a:prstGeom prst="rect">
            <a:avLst/>
          </a:prstGeom>
          <a:solidFill>
            <a:srgbClr val="5EECC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954780"/>
            <a:ext cx="228600" cy="914400"/>
          </a:xfrm>
          <a:prstGeom prst="rect">
            <a:avLst/>
          </a:prstGeom>
          <a:solidFill>
            <a:srgbClr val="FF6B6B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4229100"/>
            <a:ext cx="228600" cy="640080"/>
          </a:xfrm>
          <a:prstGeom prst="rect">
            <a:avLst/>
          </a:prstGeom>
          <a:solidFill>
            <a:srgbClr val="FF6B6B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3680460"/>
            <a:ext cx="228600" cy="1188720"/>
          </a:xfrm>
          <a:prstGeom prst="rect">
            <a:avLst/>
          </a:prstGeom>
          <a:solidFill>
            <a:srgbClr val="5EECC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58200" y="4137660"/>
            <a:ext cx="228600" cy="731520"/>
          </a:xfrm>
          <a:prstGeom prst="rect">
            <a:avLst/>
          </a:prstGeom>
          <a:solidFill>
            <a:srgbClr val="00BFA6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bodies send signals constantly — heart rate, sweat, temperature, breathing.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health apps look at each one alone. But the real story is in how they work together.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7680960" cy="2560320"/>
          </a:xfrm>
          <a:prstGeom prst="roundRect">
            <a:avLst>
              <a:gd name="adj" fmla="val 5357"/>
            </a:avLst>
          </a:prstGeom>
          <a:solidFill>
            <a:srgbClr val="1827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2402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Paper Found (Sun et al., 2026 — IJHCS)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69748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HRV, and skin temperature change when people feel trust or distrust toward health info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predicted trust levels with 73% accuracy using these signals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health content was trusted more than human-written content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(“AI” vs “Human”) mattered even more than the actual source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single time-point, lab setting, signals treated independently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BodySync?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looking at one signal at a time, we measure how well all your body’s signals agree with each other. When they stop agreeing — that’s a “desync.”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827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011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HRV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201168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8273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34640" y="2011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(Sweat)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201168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827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2011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2011680"/>
            <a:ext cx="1645920" cy="777240"/>
          </a:xfrm>
          <a:prstGeom prst="roundRect">
            <a:avLst>
              <a:gd name="adj" fmla="val 11765"/>
            </a:avLst>
          </a:prstGeom>
          <a:solidFill>
            <a:srgbClr val="1827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0" y="2011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880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560320" y="3246120"/>
            <a:ext cx="4023360" cy="731520"/>
          </a:xfrm>
          <a:prstGeom prst="roundRect">
            <a:avLst>
              <a:gd name="adj" fmla="val 12500"/>
            </a:avLst>
          </a:prstGeom>
          <a:solidFill>
            <a:srgbClr val="00BF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560320" y="32461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Score — How well are these signals aligned?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4023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71600" y="438912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0D3D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71600" y="4389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sync = healthy, calm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438912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3D1A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46320" y="43891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sync = stressed, unwell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ZU-PWD ’25 — Zayed University Physiological Wellness Dataset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827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64592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8273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8892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64592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827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901K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64592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1827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0372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from the Embrace Plus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3832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30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Rate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88920" y="33832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30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78892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HRV (RMSSD)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3832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30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4632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(Sweat)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33832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30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90372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Temp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8862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30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Rate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88920" y="38862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304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78892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&amp; Activity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8862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304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4632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Stages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free-living data  •  Uses Embrace Plus (not the older E4)  •  Longitudinal — months, not hours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Extends the Paper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5A6B7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Did This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37160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00BF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548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Extend It 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18273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EDA, HRV, temp separately in a controlled lab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1E30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signals relate to each other in real daily life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78892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18273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788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time-point study (one lab session per person)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1E30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2788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months of continuous longitudinal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18273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trust with 73% accuracy from individual signals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56616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1E30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3566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Inter-signal coherence (sync score) as a richer combined metric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34340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18273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343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for ecological assessment and real-world validation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434340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1E30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92040" y="4343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Free-living data from 28 people in their normal routines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We’ll Do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25880"/>
            <a:ext cx="411480" cy="411480"/>
          </a:xfrm>
          <a:prstGeom prst="ellipse">
            <a:avLst/>
          </a:prstGeom>
          <a:solidFill>
            <a:srgbClr val="1E30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280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Clean the Data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459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dataset, handle missing values and wear-time gaps, visualize daily patterns for each participant. Understand what the signals look like in real life.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240280"/>
            <a:ext cx="411480" cy="411480"/>
          </a:xfrm>
          <a:prstGeom prst="ellipse">
            <a:avLst/>
          </a:prstGeom>
          <a:solidFill>
            <a:srgbClr val="1E30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EE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Sync Score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603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rolling correlations between signal pairs (HRV vs temp, heart rate vs EDA, etc). Create per-person baselines. Validate that the score changes between sleep, rest, and activity.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411480" cy="411480"/>
          </a:xfrm>
          <a:prstGeom prst="ellipse">
            <a:avLst/>
          </a:prstGeom>
          <a:solidFill>
            <a:srgbClr val="1E30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E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EA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Desyncs with ML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474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episodes where the sync score drops. Train Random Forest and XGBoost models to predict upcoming desyncs. Use SHAP to explain which signals matter most.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411480" cy="411480"/>
          </a:xfrm>
          <a:prstGeom prst="ellipse">
            <a:avLst/>
          </a:prstGeom>
          <a:solidFill>
            <a:srgbClr val="1E30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023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 Report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891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“body weather maps” using UMAP. Show how each person’s physiological state moves over days and weeks. Connect findings back to the paper’s trust framework.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E30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77440" y="123444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E30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377440" y="1234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023360" y="123444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E30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023360" y="1234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23444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E30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0" y="1234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XGBoost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123444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E30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0" y="12344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169164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E30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1691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169164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E30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377440" y="1691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seaborn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169164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E304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023360" y="1691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UMAP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1691640"/>
            <a:ext cx="1417320" cy="320040"/>
          </a:xfrm>
          <a:prstGeom prst="roundRect">
            <a:avLst>
              <a:gd name="adj" fmla="val 17143"/>
            </a:avLst>
          </a:prstGeom>
          <a:solidFill>
            <a:srgbClr val="1E30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69280" y="1691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scipy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228600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18273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Score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2697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Pearson correlation between signal pairs over sliding windows (1h, 6h, 24h). Averaged into one coherence metric per window.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18273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Baselines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2697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Per-person, per-activity-context normal ranges. Deviations beyond 2 std devs flagged as desync events.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56616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18273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3977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XGBoost to predict upcoming desync. Leave-one-subject-out cross-validation. SHAP for explainability.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56616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18273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2920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Weather Maps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0" y="3977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dimensionality reduction to project all signals into 2D. Track how each person moves through the state space over time.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Can Go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827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labeled data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371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sync score on WESAD or other datasets that have stress/emotion ground truth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8273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57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dashboard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0574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that computes sync score from streaming Embrace Plus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827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743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trust study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743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paper’s experiment with participants wearing Embrace Plus, using sync score as the outcome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827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4290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health app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429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an app that adjusts health notifications based on detected sync state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1148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18273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deployment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4114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health researchers to test if desync predicts illness in patients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695</Words>
  <Application>Microsoft Office PowerPoint</Application>
  <PresentationFormat>On-screen Show (16:9)</PresentationFormat>
  <Paragraphs>108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Project Proposal</dc:creator>
  <cp:lastModifiedBy>Swayam Lakhotia</cp:lastModifiedBy>
  <cp:revision>1</cp:revision>
  <dcterms:created xsi:type="dcterms:W3CDTF">2026-09-17T17:29:55Z</dcterms:created>
  <dcterms:modified xsi:type="dcterms:W3CDTF">2026-09-17T17:30:49Z</dcterms:modified>
</cp:coreProperties>
</file>